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Faulty RIS Element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Classical and Quantum Machine Learning</a:t>
            </a:r>
          </a:p>
          <a:p/>
          <a:p>
            <a:r>
              <a:t>Prepared for Supervisor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Reconfigurable Intelligent Surfaces (RIS) are 'smart mirrors' for wireless signals.</a:t>
            </a:r>
          </a:p>
          <a:p>
            <a:pPr lvl="1"/>
            <a:r>
              <a:t>They consist of numerous small reflecting elements.</a:t>
            </a:r>
          </a:p>
          <a:p>
            <a:pPr lvl="1"/>
            <a:r>
              <a:t>They can reflect signals in specific directions to improve coverage and signal strength in 6G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elements on the RIS can break down or become faulty.</a:t>
            </a:r>
          </a:p>
          <a:p>
            <a:pPr lvl="1"/>
            <a:r>
              <a:t>A faulty element reflects signals improperly, degrading overall network performance.</a:t>
            </a:r>
          </a:p>
          <a:p>
            <a:pPr lvl="1"/>
            <a:r>
              <a:t>Manually checking elements is impossible in real-time.</a:t>
            </a:r>
          </a:p>
          <a:p>
            <a:pPr lvl="1"/>
            <a:r>
              <a:t>Goal: Use Artificial Intelligence to automatically detect and locate these faulty elements.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Dataset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mathematically simulate the wireless signals between the transmitter, RIS, and receiver.</a:t>
            </a:r>
          </a:p>
          <a:p>
            <a:pPr lvl="1"/>
            <a:r>
              <a:t>Total Dataset Size: 16,000 samples.</a:t>
            </a:r>
          </a:p>
          <a:p>
            <a:pPr lvl="2"/>
            <a:r>
              <a:t>8,000 'Perfect' samples: The RIS is fully functional.</a:t>
            </a:r>
          </a:p>
          <a:p>
            <a:pPr lvl="2"/>
            <a:r>
              <a:t>8,000 'Faulty' samples: One of the 16 elements is broken (500 samples per fault location).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AI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compare three distinct Artificial Intelligence architectures:</a:t>
            </a:r>
          </a:p>
          <a:p>
            <a:pPr lvl="1"/>
            <a:r>
              <a:t>MLP (Multi-Layer Perceptron): Standard Neural Network baseline.</a:t>
            </a:r>
          </a:p>
          <a:p>
            <a:pPr lvl="1"/>
            <a:r>
              <a:t>CNN (Convolutional Neural Network): Better at identifying spatial patterns in the signal data.</a:t>
            </a:r>
          </a:p>
          <a:p>
            <a:pPr lvl="1"/>
            <a:r>
              <a:t>QML (Quantum Machine Learning): A hybrid quantum-classical model that exploits quantum computing concepts.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Two Main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1: Fault Detection (Binary Classification)</a:t>
            </a:r>
          </a:p>
          <a:p>
            <a:pPr lvl="1"/>
            <a:r>
              <a:t>Is the RIS faulty or perfect? (Yes/No)</a:t>
            </a:r>
          </a:p>
          <a:p>
            <a:pPr/>
            <a:r>
              <a:t>Task 2: Fault Localization (16-Class Classification)</a:t>
            </a:r>
          </a:p>
          <a:p>
            <a:pPr lvl="1"/>
            <a:r>
              <a:t>If it is faulty, which exact element (out of 16) is broken?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using deep learning and quantum machine learning:</a:t>
            </a:r>
          </a:p>
          <a:p>
            <a:pPr lvl="1"/>
            <a:r>
              <a:t>We can accurately detect the presence of a fault.</a:t>
            </a:r>
          </a:p>
          <a:p>
            <a:pPr lvl="1"/>
            <a:r>
              <a:t>We can pinpoint the exact location of the hardware failure.</a:t>
            </a:r>
          </a:p>
          <a:p>
            <a:pPr lvl="1"/>
            <a:r>
              <a:t>This allows for automated maintenance and self-healing smart wireless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