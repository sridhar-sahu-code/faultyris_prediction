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1C40F"/>
                </a:solidFill>
              </a:defRPr>
            </a:pPr>
            <a:r>
              <a:t>AI for Faulty RIS Element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D2DC"/>
                </a:solidFill>
              </a:defRPr>
            </a:pPr>
            <a:r>
              <a:t>A Deep Dive into Classical &amp; Quantum Machine Learning</a:t>
            </a:r>
          </a:p>
          <a:p/>
          <a:p>
            <a:r>
              <a:t>Code Walkthrough &amp; Project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Modern 6G networks use Reconfigurable Intelligent Surfaces (RIS).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Think of RIS as a massive 'Smart Mirror' made of tiny tiles.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These mirrors bounce wireless signals perfectly to your phone.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Goal: Use AI to automatically detect if a tile breaks.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2. 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RIS devices sit outdoors and face harsh weather.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Individual reflection tiles can and will break down.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When tiles break, the signal bounces wrong, and internet speed drops.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Manual inspection of thousands of tiny tiles on a building is impossible.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3. Our Solution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can't visually inspect the mirror, but we can 'listen' to it.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analyze the wireless signal received by the user.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train Artificial Intelligence to recognize the 'sound' of a broken mirror.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The AI will tell us EXACTLY which tile is broken just from the signal.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4. Project Workflow Overview</a:t>
            </a:r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28795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5. Step 1: The Virtual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don't have a physical broken smart mirror.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Instead, we wrote code to mathematically simulate the physical world.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The code simulates antennas, the RIS, the user, and signal bouncing.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6. Code Breakdown: generate_data.py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What it does: Acts as our 'Video Game Engine' for physics.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Key Code Variables: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N_Tx = 4 : Number of antennas sending the signal.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N_RIS = 8 : Elements on the mirror.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frequency = 26e9 : The pitch of our wireless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7. Injecting the Hardware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How do we teach the AI what a broken mirror looks like?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intentionally 'break' the mirror in our simulation.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Code Analogy: We literally turn off the reflection for one specific tile.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8. Code Breakdown: The Fault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Look at this line in the code: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phi1[fault_idx] = 0.0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What it means: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'phi1' is the array of mirror tiles.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'fault_idx' is the exact tile we are breaking.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'= 0.0' means we turn its reflection power to zero (broken!).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9. The Dataset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The AI needs massive amounts of examples to learn.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Total Dataset: 16,000 signal examples.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balanced the data so the AI doesn't get biased.</a:t>
            </a:r>
          </a:p>
        </p:txBody>
      </p:sp>
      <p:pic>
        <p:nvPicPr>
          <p:cNvPr id="4" name="Picture 3" descr="data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00400"/>
            <a:ext cx="4572000" cy="27680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10. Step 2: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Wireless signals are recorded as 'Complex Numbers' (Real + Imaginary).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Standard AI models are not very good at reading complex numbers.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must translate this data into a language the AI understands.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11. Code Breakdown: Signal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Look at the 'preprocess(complex_data)' function: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np.real(complex_data)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np.imag(complex_data)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What it does: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It splits the signal into two plain numbers.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Analogy: Like translating French into English so the AI can read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12. Step 3: The AI Brains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tested three different AI 'Brains' to see which is smartest: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1. MLP (Multi-Layer Perceptron) - The Standard Brain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2. CNN (Convolutional Neural Network) - The Pattern Finder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3. QML (Quantum Machine Learning) - The Futuristic Brain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13. AI Model 1: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Multi-Layer Perceptron (MLP).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This is a classic, standard Neural Network.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Pros: Simple, fast to train, well-understood.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Cons: Might struggle if the signal patterns are extremely complex.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14. AI Model 2: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Convolutional Neural Network (CNN).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Usually used for Facial Recognition and Images.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Why use it here?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We treat the signal like an 'image' to find hidden spatial patterns.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CNNs are excellent at spotting tiny anomalies.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15. AI Model 3: QML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Quantum Machine Learning (QML).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A hybrid model using Quantum Computing concepts.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Why use it here?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Quantum models can process complex possibilities simultaneously.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It represents cutting-edge research in telecommunications.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16. Step 4: The Two AI Tasks</a:t>
            </a:r>
          </a:p>
        </p:txBody>
      </p:sp>
      <p:pic>
        <p:nvPicPr>
          <p:cNvPr id="3" name="Picture 2" descr="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6400800" cy="37334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17. Training the Models (train.py)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send our 16,000 samples into the AI models.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hide the answers, let the AI guess, and then grade its test.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Over time (Epochs), the AI adjusts its brain to guess better.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18. Code Breakdown: The Loss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Look at this code in train.py: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criterion = nn.CrossEntropyLoss()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What it does: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This is the 'Teacher' grading the AI's test.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If the AI guesses wrong, the 'Loss' goes up.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The AI's only goal is to make the Loss as close to 0 as possible.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19. Code Breakdown: The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Look at this code in train.py: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optimizer = torch.optim.Adam(model.parameters())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What it does: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This is the mechanism that actually 'rewires' the AI's brain.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After the Teacher (Loss) tells the AI it failed, Adam (Optimizer)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  adjusts the math so the AI does better on the next try.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20.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How do we know if the AI is actually smart?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1. Accuracy: Out of 100 tests, how many did it get perfectly right?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2. F1-Score: A balanced score that ensures the AI isn't just guessing 'Healthy' every time.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The code prints a final scorecard comparing MLP, CNN, and QML.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21.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successfully simulated a 6G smart mirror environment.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proved that we can find hardware failures without physical inspection.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We compared classical AI against futuristic Quantum AI.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This project paves the way for self-healing wireless networks.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F1C40F"/>
                </a:solidFill>
              </a:defRPr>
            </a:pPr>
            <a:r>
              <a:t>22. 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Thank you for your time.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Open for Questions regarding: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The Simulation Math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The Neural Network Architectures</a:t>
            </a:r>
          </a:p>
          <a:p>
            <a:pPr>
              <a:spcAft>
                <a:spcPts val="1400"/>
              </a:spcAft>
              <a:defRPr sz="2400">
                <a:solidFill>
                  <a:srgbClr val="ECF0F1"/>
                </a:solidFill>
              </a:defRPr>
            </a:pPr>
            <a:r>
              <a:t> &gt; The Quantum Machine Learning approach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